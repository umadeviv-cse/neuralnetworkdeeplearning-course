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826" r:id="rId5"/>
    <p:sldId id="825" r:id="rId6"/>
    <p:sldId id="827" r:id="rId7"/>
    <p:sldId id="828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71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25CC7D-B94F-43A1-BBE6-F67C5BEDD9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1A1D793-1B02-4121-9107-21ED6EDFF7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5269E0-B30A-4975-9673-BEAF5567AB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50B588-D67D-4186-B69E-E3584195CD75}" type="datetimeFigureOut">
              <a:rPr lang="en-IN" smtClean="0"/>
              <a:t>27-02-2026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2BE2A9-61C2-4E5E-906B-FE962B2DB7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B5FE4C-6548-4F3B-90C8-4229E5784B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D95CE-CF15-4D9D-9EB5-CBBA476990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592588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A1A4D8-C090-4537-BCF6-117052B71D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235DBE-1FDD-4923-879C-CC39EC71B3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A325B1-7A1B-42CE-B7FA-C64CD7B8FE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50B588-D67D-4186-B69E-E3584195CD75}" type="datetimeFigureOut">
              <a:rPr lang="en-IN" smtClean="0"/>
              <a:t>27-02-2026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15D8E2-1674-4A97-88BA-B7664A2999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46E74F-1AEF-4E1F-9249-CD063346E6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D95CE-CF15-4D9D-9EB5-CBBA476990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058405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8812B7-3E6A-45C6-A460-D4AE069143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7FCB7C-75A1-4757-BEB1-9E3B251DE7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020C71-C33D-45B9-A10C-BD20ACC353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50B588-D67D-4186-B69E-E3584195CD75}" type="datetimeFigureOut">
              <a:rPr lang="en-IN" smtClean="0"/>
              <a:t>27-02-2026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A668C9-CCB8-4D13-BBF4-F6E9362EF2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4600DD-C7B1-4147-9D2F-D2DC1610D9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D95CE-CF15-4D9D-9EB5-CBBA476990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387020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E2F1F6-9063-4492-9743-63FEAC7BE4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228B4A-0658-4054-A17C-7644EBF574F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A9E6B9-E427-448A-8455-F1C9A41538C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FC569D0-558D-42E5-8A70-F54ECD9E43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50B588-D67D-4186-B69E-E3584195CD75}" type="datetimeFigureOut">
              <a:rPr lang="en-IN" smtClean="0"/>
              <a:t>27-02-2026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2343C0-514A-410F-B44C-DFC519AD81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9C53E1-3BEA-4154-A7AD-4D991BA48E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D95CE-CF15-4D9D-9EB5-CBBA476990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246879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1BCFF0-0AD4-4EBA-8DB6-633ACAD5BD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9CEA30-066C-4467-8449-6064E7188D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7A6437A-045C-4529-B0E6-443308CAC0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2E6F742-1925-4683-ABFE-1BED0E70017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28AC995-CD2B-4F8A-890A-408AD65E211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386417B-D879-40CC-B7EE-1D3EC401E0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50B588-D67D-4186-B69E-E3584195CD75}" type="datetimeFigureOut">
              <a:rPr lang="en-IN" smtClean="0"/>
              <a:t>27-02-2026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F9ED6F0-F649-4D3C-8116-D0823F14FA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9099ACD-4948-4141-BDCF-65147C763C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D95CE-CF15-4D9D-9EB5-CBBA476990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576020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235A6B-7505-405E-8B16-C2563A77DA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23EF4EE-C780-4ADF-8386-43025B235B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50B588-D67D-4186-B69E-E3584195CD75}" type="datetimeFigureOut">
              <a:rPr lang="en-IN" smtClean="0"/>
              <a:t>27-02-2026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1408AFA-94B8-4EDC-B4CE-EBB0358AB4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5F5D4E7-B144-4797-A66B-EE51D2FAD4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D95CE-CF15-4D9D-9EB5-CBBA476990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871754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34F86A2-4904-403A-9540-A62D6ACB98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50B588-D67D-4186-B69E-E3584195CD75}" type="datetimeFigureOut">
              <a:rPr lang="en-IN" smtClean="0"/>
              <a:t>27-02-2026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169A91F-ECA0-4466-8C08-196C1622F0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81299C-43A2-4AC2-AB74-8C96FA408B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D95CE-CF15-4D9D-9EB5-CBBA476990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4488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89D0B6-236D-4ABA-BEA9-477659FD9D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0B2B35-27DD-4E3C-B7DB-28ABA5B819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A93CAEF-567E-4C51-8A2E-1DC3F1DA67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C9DE14-7E7A-46EF-A87F-972C65A434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50B588-D67D-4186-B69E-E3584195CD75}" type="datetimeFigureOut">
              <a:rPr lang="en-IN" smtClean="0"/>
              <a:t>27-02-2026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6DF01BB-25B4-464E-9597-AE7CE97DC6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10A1C7-1D4F-406C-88DA-8FE9189EDF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D95CE-CF15-4D9D-9EB5-CBBA476990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273786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66A5D0-C939-440E-A862-3FDB89B929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138CEDE-FC27-4EEC-8746-78704008774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2BD4BA5-66ED-4BEA-BCB3-66B0D6B058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D0CDACB-CC95-47A3-A9B0-AAD211D426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50B588-D67D-4186-B69E-E3584195CD75}" type="datetimeFigureOut">
              <a:rPr lang="en-IN" smtClean="0"/>
              <a:t>27-02-2026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9502F7-8092-45E4-A23A-E28C4AFB67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D77F29-A94D-477A-A58D-594B2C14EE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D95CE-CF15-4D9D-9EB5-CBBA476990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359378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3A4C8F-7A10-4911-8B77-9E2345D533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406CBAC-EB58-4A29-904A-DE0409627E1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08651D-FDB8-4F18-B435-323BFDE257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50B588-D67D-4186-B69E-E3584195CD75}" type="datetimeFigureOut">
              <a:rPr lang="en-IN" smtClean="0"/>
              <a:t>27-02-2026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455578-AA94-4D0B-BF22-5E3D164A7E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E5AAE1-F644-41D4-80DC-AF9D7EBBF8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D95CE-CF15-4D9D-9EB5-CBBA476990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620173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C5C0436-FA83-4A6A-A5DA-DDBA921C491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FD0DBAC-4FF8-46ED-9B11-F562EFAE19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6C1A54-C01C-4C3B-8178-BF7287FE93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50B588-D67D-4186-B69E-E3584195CD75}" type="datetimeFigureOut">
              <a:rPr lang="en-IN" smtClean="0"/>
              <a:t>27-02-2026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68C22F-5C0A-4969-B223-CD01C20244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77DFE5-1030-4893-AD6F-B92F3E09BB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D95CE-CF15-4D9D-9EB5-CBBA476990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253340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240FE7F-F595-4AE3-8549-40055EB22A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C7347A-A768-4297-83B7-4289F7760C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641B8A-B5FD-4BF9-94D9-ED84B2AEE18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50B588-D67D-4186-B69E-E3584195CD75}" type="datetimeFigureOut">
              <a:rPr lang="en-IN" smtClean="0"/>
              <a:t>27-02-2026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0882DD-B1F8-45BE-8525-6FC60F4B45B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7A2444-57C1-44A3-8D06-E792012123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32D95CE-CF15-4D9D-9EB5-CBBA476990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278094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2797FC-D11D-40C0-9310-361351C9D6B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Background Information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6593575-738E-4F1E-92E5-68080EF31BA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For Unit-2 topic “Approximate Functions”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119449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4DD4E63-2F8B-4804-85D4-83769C5737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7508" y="1804187"/>
            <a:ext cx="8202706" cy="437946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9783D22-ED3A-49A5-A148-31BB7AACFD7D}"/>
              </a:ext>
            </a:extLst>
          </p:cNvPr>
          <p:cNvSpPr txBox="1"/>
          <p:nvPr/>
        </p:nvSpPr>
        <p:spPr>
          <a:xfrm>
            <a:off x="762000" y="959224"/>
            <a:ext cx="48805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/>
              <a:t>Background for </a:t>
            </a:r>
            <a:r>
              <a:rPr lang="en-IN" sz="1800" dirty="0"/>
              <a:t>Universal Approximation Theorem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52496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A57EFA-E41F-48DB-963E-696F8119E0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Background for </a:t>
            </a:r>
            <a:r>
              <a:rPr lang="en-IN" sz="4000" dirty="0"/>
              <a:t>Universal Approximation Theorem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C5984E-F96A-48AF-92DD-2ED66DADBB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630BE34-6D7A-46EA-9313-57D51890FC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825625"/>
            <a:ext cx="8203266" cy="44166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31811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B767A3-5CF9-4B70-86ED-379A54FBCF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Background for </a:t>
            </a:r>
            <a:r>
              <a:rPr lang="en-IN" sz="3600" dirty="0"/>
              <a:t>Universal Approximation Theorem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4F36ADA-7D71-4127-9488-D04F65B49E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199" y="1476002"/>
            <a:ext cx="9038577" cy="64863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D6DF52E-4EC6-4F66-89F6-82623811C6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724" y="2222709"/>
            <a:ext cx="4594763" cy="412484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B5FDDBE-B1F9-44AA-B45C-1DEEC614674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90784" y="2222709"/>
            <a:ext cx="5439534" cy="36575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01277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AFC380-C674-40E2-AE21-D11DC32037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400" dirty="0"/>
              <a:t>Background for </a:t>
            </a:r>
            <a:r>
              <a:rPr lang="en-IN" sz="2400" dirty="0"/>
              <a:t>Universal Approximation Theorem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C69D30-C6DB-4C5D-BBE8-61D01BB010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400" dirty="0"/>
              <a:t>Activation Function: Non constant, Bounded, and Continuous</a:t>
            </a:r>
            <a:endParaRPr lang="en-IN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203CF4-B9D0-4822-AE5A-21DF9D48AD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2CE0DE-867F-455F-B20B-96D381B4AB71}" type="slidenum">
              <a:rPr lang="en-US" smtClean="0"/>
              <a:t>5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0CBAC16-26FC-4C29-8863-51B640406C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659" y="2832848"/>
            <a:ext cx="8104149" cy="2057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44911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4BD80C-C147-40A1-9871-0D214A263B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Background for </a:t>
            </a:r>
            <a:r>
              <a:rPr lang="en-IN" sz="4000" dirty="0"/>
              <a:t>Universal Approximation Theorem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E4CA6D7-B924-4F5C-9E6E-E27E84DBAC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789" y="1780801"/>
            <a:ext cx="4934639" cy="263879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151113C-CB04-45DC-9B07-8417A6DBEA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6266" y="1666629"/>
            <a:ext cx="5077534" cy="352474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FEBEFB7-EE5C-4819-A6BA-C331E296A687}"/>
              </a:ext>
            </a:extLst>
          </p:cNvPr>
          <p:cNvSpPr txBox="1"/>
          <p:nvPr/>
        </p:nvSpPr>
        <p:spPr>
          <a:xfrm>
            <a:off x="6373782" y="5351930"/>
            <a:ext cx="498001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These are </a:t>
            </a:r>
            <a:r>
              <a:rPr lang="en-US" sz="1400" b="1" dirty="0"/>
              <a:t>unknown target functions</a:t>
            </a:r>
            <a:r>
              <a:rPr lang="en-US" sz="1400" dirty="0"/>
              <a:t> neural networks try to learn.</a:t>
            </a:r>
            <a:endParaRPr lang="en-IN" sz="1400" dirty="0"/>
          </a:p>
        </p:txBody>
      </p:sp>
    </p:spTree>
    <p:extLst>
      <p:ext uri="{BB962C8B-B14F-4D97-AF65-F5344CB8AC3E}">
        <p14:creationId xmlns:p14="http://schemas.microsoft.com/office/powerpoint/2010/main" val="27224379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408986-153A-414C-8DAD-9DCDB078A1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Background for </a:t>
            </a:r>
            <a:r>
              <a:rPr lang="en-IN" sz="3600" dirty="0"/>
              <a:t>Universal Approximation Theorem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E8F8D9-67DD-401D-9A63-C2FD9AD90F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2B863BA-959D-4403-BD5C-967934A51D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894201"/>
            <a:ext cx="5344271" cy="2191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95053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68</TotalTime>
  <Words>61</Words>
  <Application>Microsoft Office PowerPoint</Application>
  <PresentationFormat>Widescreen</PresentationFormat>
  <Paragraphs>11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Background Information</vt:lpstr>
      <vt:lpstr>PowerPoint Presentation</vt:lpstr>
      <vt:lpstr>Background for Universal Approximation Theorem</vt:lpstr>
      <vt:lpstr>Background for Universal Approximation Theorem</vt:lpstr>
      <vt:lpstr>Background for Universal Approximation Theorem</vt:lpstr>
      <vt:lpstr>Background for Universal Approximation Theorem</vt:lpstr>
      <vt:lpstr>Background for Universal Approximation Theorem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Admin</cp:lastModifiedBy>
  <cp:revision>7</cp:revision>
  <dcterms:created xsi:type="dcterms:W3CDTF">2026-02-26T08:09:11Z</dcterms:created>
  <dcterms:modified xsi:type="dcterms:W3CDTF">2026-02-27T06:57:17Z</dcterms:modified>
</cp:coreProperties>
</file>